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0560" y="274320"/>
            <a:ext cx="852419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rPr lang="en-US" sz="3200" dirty="0"/>
              <a:t>TASK 3: INTERACTIVE SALES DASHBOARD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232866" cy="55912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lang="en-US" b="1" dirty="0"/>
              <a:t>PRESENTED BY: NMERIBE SOPHIA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b="1" dirty="0"/>
              <a:t>Objective</a:t>
            </a:r>
            <a:br>
              <a:rPr dirty="0"/>
            </a:br>
            <a:r>
              <a:rPr dirty="0"/>
              <a:t>Design an interactive Power BI dashboard for business stakeholders using the Global Superstore dataset.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b="1" dirty="0"/>
              <a:t>Dataset &amp; Tools</a:t>
            </a:r>
            <a:br>
              <a:rPr dirty="0"/>
            </a:br>
            <a:r>
              <a:rPr dirty="0"/>
              <a:t>Global Superstore Dataset (Kaggle)</a:t>
            </a:r>
            <a:br>
              <a:rPr dirty="0"/>
            </a:br>
            <a:r>
              <a:rPr dirty="0"/>
              <a:t>Tool: Microsoft Power BI</a:t>
            </a:r>
            <a:br>
              <a:rPr dirty="0"/>
            </a:br>
            <a:r>
              <a:rPr dirty="0"/>
              <a:t>Data Preparation: Power Query</a:t>
            </a:r>
          </a:p>
          <a:p>
            <a:pPr>
              <a:spcAft>
                <a:spcPts val="1000"/>
              </a:spcAft>
              <a:defRPr sz="1800"/>
            </a:pPr>
            <a:r>
              <a:rPr b="1" dirty="0"/>
              <a:t>Data Cleaning &amp; Preparation</a:t>
            </a:r>
            <a:br>
              <a:rPr dirty="0"/>
            </a:br>
            <a:r>
              <a:rPr dirty="0"/>
              <a:t>• Dataset: 24 columns, 51,290 rows</a:t>
            </a:r>
            <a:br>
              <a:rPr dirty="0"/>
            </a:br>
            <a:r>
              <a:rPr dirty="0"/>
              <a:t>• Removed duplicate records</a:t>
            </a:r>
            <a:br>
              <a:rPr dirty="0"/>
            </a:br>
            <a:r>
              <a:rPr dirty="0"/>
              <a:t>• Removed Postal Code column due to null values and irrelevance</a:t>
            </a:r>
            <a:br>
              <a:rPr dirty="0"/>
            </a:br>
            <a:r>
              <a:rPr dirty="0"/>
              <a:t>• Retained negative profit values as valid business losses</a:t>
            </a:r>
            <a:br>
              <a:rPr dirty="0"/>
            </a:br>
            <a:r>
              <a:rPr dirty="0"/>
              <a:t>• Created a Date Table and DAX measures</a:t>
            </a:r>
          </a:p>
          <a:p>
            <a:pPr>
              <a:spcAft>
                <a:spcPts val="1000"/>
              </a:spcAft>
              <a:defRPr sz="1800"/>
            </a:pPr>
            <a:r>
              <a:rPr b="1" dirty="0"/>
              <a:t>KPIs</a:t>
            </a:r>
            <a:br>
              <a:rPr dirty="0"/>
            </a:br>
            <a:r>
              <a:rPr dirty="0"/>
              <a:t>• Total Revenue: $12.64M</a:t>
            </a:r>
            <a:br>
              <a:rPr dirty="0"/>
            </a:br>
            <a:r>
              <a:rPr dirty="0"/>
              <a:t>• Total Profit: $1.47M</a:t>
            </a:r>
            <a:br>
              <a:rPr dirty="0"/>
            </a:br>
            <a:r>
              <a:rPr dirty="0"/>
              <a:t>• Total Orders: 51K</a:t>
            </a:r>
            <a:br>
              <a:rPr dirty="0"/>
            </a:br>
            <a:r>
              <a:rPr dirty="0"/>
              <a:t>• Profit Margin: 11.6%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49D58-D38C-7CC7-BB2D-EACE1203E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9686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/>
              <a:t>KEY BUSINESS INSIGHTS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51B38-9427-66B9-BE33-CF587C19B4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875" y="1285876"/>
            <a:ext cx="5400675" cy="4840288"/>
          </a:xfrm>
        </p:spPr>
        <p:txBody>
          <a:bodyPr>
            <a:normAutofit lnSpcReduction="10000"/>
          </a:bodyPr>
          <a:lstStyle/>
          <a:p>
            <a:pPr>
              <a:spcAft>
                <a:spcPts val="800"/>
              </a:spcAft>
              <a:defRPr sz="2000"/>
            </a:pPr>
            <a:r>
              <a:rPr lang="en-US" dirty="0"/>
              <a:t>Revenue fluctuated across the year, with peak sales in September, November and December.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The Central Region generated the highest overall profit.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Technology was the highest revenue-generating category, followed by Furniture.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 The Consumer segment recorded the highest patronage, while Home Office had the lowest.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Apple Smart Phone generated the highest revenue among all products.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The dashboard enables stakeholders to monitor performance, identify profitable regions and products, and make</a:t>
            </a:r>
            <a:endParaRPr lang="en-NG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AD685F4-B567-7405-8A1E-88985640430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57888" y="1285876"/>
            <a:ext cx="5729287" cy="430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336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211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 KEY BUSINESS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 Elitebook</dc:creator>
  <cp:keywords/>
  <dc:description>generated using python-pptx</dc:description>
  <cp:lastModifiedBy>Hp Elitebook</cp:lastModifiedBy>
  <cp:revision>2</cp:revision>
  <dcterms:created xsi:type="dcterms:W3CDTF">2013-01-27T09:14:16Z</dcterms:created>
  <dcterms:modified xsi:type="dcterms:W3CDTF">2026-07-02T15:31:22Z</dcterms:modified>
  <cp:category/>
</cp:coreProperties>
</file>